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libri"/>
              </a:rPr>
              <a:t>CP1 - U8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ADCFC"/>
                </a:solidFill>
                <a:latin typeface="Calibri"/>
              </a:rPr>
              <a:t>Pipeline de incarcare, curatare si validare date pentru riscul de inundatii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Surse: Copernicus EMS + ERA5-Land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autor: [Nume student]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Data: octombrie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Context si obiective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Ce face CP1 fata de CP0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Obiectiv principal: pipeline reproductibil care aduce date brute in tabele curate.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Implementare: incarcare CSV pentru doua surse independente (EMS + ERA5).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Validari: schema, tipuri, intervale fizice si coerenta temporala.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Post-procesare: deduplicare, filtrare dupa fereastra evenimentului si join final.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Rezultat: seturi curate + quality_report.json pentru trasabilitate.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Surse de date utilizate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S1 - Copernicus EMS: metadate eveniment (event_id, zona, start/end, hazard_type).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S2 - ERA5-Land: indicatori meteo zilnici (precipitatii, temperatura, umiditate sol).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Cheie comuna: event_id.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Granularitate finala: 1 eveniment x 1 zi x 1 celula spatiala.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Structura datelor (SOA)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EMS (event): PK event_id; atribute descriptive + interval temporal.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ERA5 (daily): PK compus (event_id, date, grid_id); atribute numerice meteo.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Join final: event_id + constrangere date in [start_date, end_date].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Output: joined_event_daily.csv pentru analiza CP2.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Arhitectura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Pas 1: Read CSV (data/raw).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Pas 2: Validate (required fields, parse date/numeric, range checks).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Pas 3: Deduplicate (event_id; event_id+date+grid_id).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Pas 4: Filter temporal (ERA5 doar in fereastra evenimentului).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Pas 5: Join + export in data/processed si outputs/quality_report.json.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Reguli de calitate implementate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Completitudine: campuri obligatorii nenule.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Corectitudine: date ISO si valori numerice valide.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Intervale fizice: limite pentru precip, temperatura, umiditate, lat/lon.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Integritate temporala: date ERA5 doar in interval valid per eveniment.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Trasabilitate: metrici de intrare/iesire si lista erori in raport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libri"/>
              </a:rPr>
              <a:t>Rezultate rulate pe setul inclus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Metrici obtinute in outputs/quality_report.json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303520" cy="4480560"/>
          </a:xfrm>
          <a:prstGeom prst="roundRect">
            <a:avLst/>
          </a:prstGeom>
          <a:solidFill>
            <a:srgbClr val="EAF2FF"/>
          </a:solidFill>
          <a:ln>
            <a:solidFill>
              <a:srgbClr val="BF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937760" cy="4480560"/>
          </a:xfrm>
          <a:prstGeom prst="roundRect">
            <a:avLst/>
          </a:prstGeom>
          <a:solidFill>
            <a:srgbClr val="EEF9F1"/>
          </a:solidFill>
          <a:ln>
            <a:solidFill>
              <a:srgbClr val="BEE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6634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2937"/>
                </a:solidFill>
                <a:latin typeface="Calibri"/>
              </a:rPr>
              <a:t>Input</a:t>
            </a:r>
          </a:p>
          <a:p/>
          <a:p>
            <a:r>
              <a:rPr sz="1800" b="0">
                <a:solidFill>
                  <a:srgbClr val="1F2937"/>
                </a:solidFill>
                <a:latin typeface="Calibri"/>
              </a:rPr>
              <a:t>EMS rows: 20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ERA5 rows: 38</a:t>
            </a:r>
          </a:p>
          <a:p/>
          <a:p>
            <a:r>
              <a:rPr sz="1800" b="0">
                <a:solidFill>
                  <a:srgbClr val="1F2937"/>
                </a:solidFill>
                <a:latin typeface="Calibri"/>
              </a:rPr>
              <a:t>Curatare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Duplicate eliminate: EMS 0, ERA5 0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Filtrare fereastra: ERA5 eliminate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3891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2937"/>
                </a:solidFill>
                <a:latin typeface="Calibri"/>
              </a:rPr>
              <a:t>Output final</a:t>
            </a:r>
          </a:p>
          <a:p/>
          <a:p>
            <a:r>
              <a:rPr sz="1800" b="0">
                <a:solidFill>
                  <a:srgbClr val="1F2937"/>
                </a:solidFill>
                <a:latin typeface="Calibri"/>
              </a:rPr>
              <a:t>ems_events_clean: 20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era5_daily_clean: 38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joined_event_daily: 38</a:t>
            </a:r>
          </a:p>
          <a:p/>
          <a:p>
            <a:r>
              <a:rPr sz="1800" b="0">
                <a:solidFill>
                  <a:srgbClr val="1F2937"/>
                </a:solidFill>
                <a:latin typeface="Calibri"/>
              </a:rPr>
              <a:t>Null counts: vezi quality_report.json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Concluzii CP1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CADCFC"/>
                </a:solidFill>
                <a:latin typeface="Calibri"/>
              </a:rPr>
              <a:t>Am livrat un pipeline complet pentru ingestia si validarea datelor U8,</a:t>
            </a:r>
          </a:p>
          <a:p>
            <a:r>
              <a:rPr sz="2200" b="0">
                <a:solidFill>
                  <a:srgbClr val="CADCFC"/>
                </a:solidFill>
                <a:latin typeface="Calibri"/>
              </a:rPr>
              <a:t>cu artefacte gata de predare:</a:t>
            </a:r>
          </a:p>
          <a:p>
            <a:r>
              <a:rPr sz="2200" b="0">
                <a:solidFill>
                  <a:srgbClr val="CADCFC"/>
                </a:solidFill>
                <a:latin typeface="Calibri"/>
              </a:rPr>
              <a:t>- cod sursa modular</a:t>
            </a:r>
          </a:p>
          <a:p>
            <a:r>
              <a:rPr sz="2200" b="0">
                <a:solidFill>
                  <a:srgbClr val="CADCFC"/>
                </a:solidFill>
                <a:latin typeface="Calibri"/>
              </a:rPr>
              <a:t>- teste automate</a:t>
            </a:r>
          </a:p>
          <a:p>
            <a:r>
              <a:rPr sz="2200" b="0">
                <a:solidFill>
                  <a:srgbClr val="CADCFC"/>
                </a:solidFill>
                <a:latin typeface="Calibri"/>
              </a:rPr>
              <a:t>- datacard + SOA</a:t>
            </a:r>
          </a:p>
          <a:p>
            <a:r>
              <a:rPr sz="2200" b="0">
                <a:solidFill>
                  <a:srgbClr val="CADCFC"/>
                </a:solidFill>
                <a:latin typeface="Calibri"/>
              </a:rPr>
              <a:t>- fisiere procesate + raport de calitate</a:t>
            </a:r>
          </a:p>
          <a:p/>
          <a:p>
            <a:r>
              <a:rPr sz="2200" b="0">
                <a:solidFill>
                  <a:srgbClr val="CADCFC"/>
                </a:solidFill>
                <a:latin typeface="Calibri"/>
              </a:rPr>
              <a:t>Pas urmator (CP2): analiza exploratorie si modelare pe joined_event_daily.csv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Multumesc!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